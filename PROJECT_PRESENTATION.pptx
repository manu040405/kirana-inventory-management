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Kirana Stock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 Inventory &amp; Waste Management Solution for Retail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[Your Name]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Problem Statement</a:t>
            </a:r>
          </a:p>
          <a:p>
            <a:pPr lvl="0" indent="0" marL="0">
              <a:buNone/>
            </a:pPr>
            <a:r>
              <a:rPr/>
              <a:t>The unorganized retail sector (Kirana stores) faces major operational challenges: - </a:t>
            </a:r>
            <a:r>
              <a:rPr b="1"/>
              <a:t>Manual Bookkeeping</a:t>
            </a:r>
            <a:r>
              <a:rPr/>
              <a:t>: High error rate and time-consuming. - </a:t>
            </a:r>
            <a:r>
              <a:rPr b="1"/>
              <a:t>Stockouts</a:t>
            </a:r>
            <a:r>
              <a:rPr/>
              <a:t>: Losing customers due to unpredicted demand. - </a:t>
            </a:r>
            <a:r>
              <a:rPr b="1"/>
              <a:t>Wastage</a:t>
            </a:r>
            <a:r>
              <a:rPr/>
              <a:t>: Perishable goods expiring unnoticed (financial loss). - </a:t>
            </a:r>
            <a:r>
              <a:rPr b="1"/>
              <a:t>No Data Insights</a:t>
            </a:r>
            <a:r>
              <a:rPr/>
              <a:t>: Decisions based on intuition rather than data.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Proposed Solution</a:t>
            </a:r>
          </a:p>
          <a:p>
            <a:pPr lvl="0" indent="0" marL="0">
              <a:buNone/>
            </a:pPr>
            <a:r>
              <a:rPr b="1"/>
              <a:t>Kirana Stock Manager</a:t>
            </a:r>
            <a:r>
              <a:rPr/>
              <a:t>: A comprehensive web application to: 1. </a:t>
            </a:r>
            <a:r>
              <a:rPr b="1"/>
              <a:t>Digitize Inventory</a:t>
            </a:r>
            <a:r>
              <a:rPr/>
              <a:t>: Real-time tracking of Stock In/Out. 2. </a:t>
            </a:r>
            <a:r>
              <a:rPr b="1"/>
              <a:t>Automate Alerts</a:t>
            </a:r>
            <a:r>
              <a:rPr/>
              <a:t>: Notify for Low Stock and Near-Expiry items. 3. </a:t>
            </a:r>
            <a:r>
              <a:rPr b="1"/>
              <a:t>Predict Demand</a:t>
            </a:r>
            <a:r>
              <a:rPr/>
              <a:t>: Use ML to forecast future stock needs. 4. </a:t>
            </a:r>
            <a:r>
              <a:rPr b="1"/>
              <a:t>Minimise Waste</a:t>
            </a:r>
            <a:r>
              <a:rPr/>
              <a:t>: Dynamic pricing to clear aging stock.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System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Existing System (Manual)</a:t>
            </a:r>
          </a:p>
          <a:p>
            <a:pPr lvl="0"/>
            <a:r>
              <a:rPr b="1"/>
              <a:t>Method</a:t>
            </a:r>
            <a:r>
              <a:rPr/>
              <a:t>: Pen &amp; Paper ledgers, memory-based.</a:t>
            </a:r>
          </a:p>
          <a:p>
            <a:pPr lvl="0"/>
            <a:r>
              <a:rPr b="1"/>
              <a:t>Disadvantages</a:t>
            </a:r>
            <a:r>
              <a:rPr/>
              <a:t>:</a:t>
            </a:r>
          </a:p>
          <a:p>
            <a:pPr lvl="1"/>
            <a:r>
              <a:rPr/>
              <a:t>Prone to human error.</a:t>
            </a:r>
          </a:p>
          <a:p>
            <a:pPr lvl="1"/>
            <a:r>
              <a:rPr/>
              <a:t>Time intensive daily reconciliation.</a:t>
            </a:r>
          </a:p>
          <a:p>
            <a:pPr lvl="1"/>
            <a:r>
              <a:rPr/>
              <a:t>Reactive (solve problems </a:t>
            </a:r>
            <a:r>
              <a:rPr i="1"/>
              <a:t>after</a:t>
            </a:r>
            <a:r>
              <a:rPr/>
              <a:t> they happen).</a:t>
            </a:r>
          </a:p>
          <a:p>
            <a:pPr lvl="1"/>
            <a:r>
              <a:rPr/>
              <a:t>No historical data analysis.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Proposed System (Digital)</a:t>
            </a:r>
          </a:p>
          <a:p>
            <a:pPr lvl="0"/>
            <a:r>
              <a:rPr b="1"/>
              <a:t>Method</a:t>
            </a:r>
            <a:r>
              <a:rPr/>
              <a:t>: Cloud-based Web Application.</a:t>
            </a:r>
          </a:p>
          <a:p>
            <a:pPr lvl="0"/>
            <a:r>
              <a:rPr b="1"/>
              <a:t>Advantages</a:t>
            </a:r>
            <a:r>
              <a:rPr/>
              <a:t>:</a:t>
            </a:r>
          </a:p>
          <a:p>
            <a:pPr lvl="1"/>
            <a:r>
              <a:rPr b="1"/>
              <a:t>Proactive</a:t>
            </a:r>
            <a:r>
              <a:rPr/>
              <a:t>: Alerts </a:t>
            </a:r>
            <a:r>
              <a:rPr i="1"/>
              <a:t>before</a:t>
            </a:r>
            <a:r>
              <a:rPr/>
              <a:t> problems occur.</a:t>
            </a:r>
          </a:p>
          <a:p>
            <a:pPr lvl="1"/>
            <a:r>
              <a:rPr b="1"/>
              <a:t>Accurate</a:t>
            </a:r>
            <a:r>
              <a:rPr/>
              <a:t>: Automated calculations and tracking.</a:t>
            </a:r>
          </a:p>
          <a:p>
            <a:pPr lvl="1"/>
            <a:r>
              <a:rPr b="1"/>
              <a:t>Efficient</a:t>
            </a:r>
            <a:r>
              <a:rPr/>
              <a:t>: Saves 80% management time.</a:t>
            </a:r>
          </a:p>
          <a:p>
            <a:pPr lvl="1"/>
            <a:r>
              <a:rPr b="1"/>
              <a:t>Intelligent</a:t>
            </a:r>
            <a:r>
              <a:rPr/>
              <a:t>: Suggests </a:t>
            </a:r>
            <a:r>
              <a:rPr i="1"/>
              <a:t>what</a:t>
            </a:r>
            <a:r>
              <a:rPr/>
              <a:t> and </a:t>
            </a:r>
            <a:r>
              <a:rPr i="1"/>
              <a:t>when</a:t>
            </a:r>
            <a:r>
              <a:rPr/>
              <a:t> to buy.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Algorithm &amp; Intelligence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A. Demand Forecasting (Time Series)</a:t>
                </a:r>
              </a:p>
              <a:p>
                <a:pPr lvl="0"/>
                <a:r>
                  <a:rPr b="1"/>
                  <a:t>Goal</a:t>
                </a:r>
                <a:r>
                  <a:rPr/>
                  <a:t>: Predict future sales to optimize stock levels.</a:t>
                </a:r>
              </a:p>
              <a:p>
                <a:pPr lvl="0"/>
                <a:r>
                  <a:rPr b="1"/>
                  <a:t>Algorithm</a:t>
                </a:r>
                <a:r>
                  <a:rPr/>
                  <a:t>: </a:t>
                </a:r>
                <a:r>
                  <a:rPr b="1"/>
                  <a:t>ARIMA / Facebook Prophet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Process</a:t>
                </a:r>
                <a:r>
                  <a:rPr/>
                  <a:t>: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Analyze historical daily sales data.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Identify seasonality (e.g., festival spikes).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Output recommended reorder quantities for next 30 days.</a:t>
                </a:r>
              </a:p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B. Smart Waste Management (Dynamic Pricing)</a:t>
                </a:r>
              </a:p>
              <a:p>
                <a:pPr lvl="0"/>
                <a:r>
                  <a:rPr b="1"/>
                  <a:t>Goal</a:t>
                </a:r>
                <a:r>
                  <a:rPr/>
                  <a:t>: Sell perishable items before they expire.</a:t>
                </a:r>
              </a:p>
              <a:p>
                <a:pPr lvl="0"/>
                <a:r>
                  <a:rPr b="1"/>
                  <a:t>Algorithm</a:t>
                </a:r>
                <a:r>
                  <a:rPr/>
                  <a:t>: </a:t>
                </a:r>
                <a:r>
                  <a:rPr b="1"/>
                  <a:t>Linear Decay Model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Formula</a:t>
                </a:r>
                <a:r>
                  <a:rPr/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n</m:t>
                        </m:r>
                        <m:r>
                          <m:t>e</m:t>
                        </m:r>
                        <m:r>
                          <m:t>w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P</m:t>
                        </m:r>
                      </m:e>
                      <m:sub>
                        <m:r>
                          <m:t>b</m:t>
                        </m:r>
                        <m:r>
                          <m:t>a</m:t>
                        </m:r>
                        <m:r>
                          <m:t>s</m:t>
                        </m:r>
                        <m:r>
                          <m:t>e</m:t>
                        </m:r>
                      </m:sub>
                    </m:sSub>
                    <m:r>
                      <m:rPr>
                        <m:sty m:val="p"/>
                      </m:rPr>
                      <m:t>×</m:t>
                    </m:r>
                    <m:r>
                      <m:rPr>
                        <m:sty m:val="p"/>
                      </m:rPr>
                      <m:t>(</m:t>
                    </m:r>
                    <m:r>
                      <m:t>1</m:t>
                    </m:r>
                    <m:r>
                      <m:rPr>
                        <m:sty m:val="p"/>
                      </m:rPr>
                      <m:t>−</m:t>
                    </m:r>
                    <m:f>
                      <m:fPr>
                        <m:type m:val="bar"/>
                      </m:fPr>
                      <m:num>
                        <m:r>
                          <m:t>k</m:t>
                        </m:r>
                      </m:num>
                      <m:den>
                        <m:r>
                          <m:t>D</m:t>
                        </m:r>
                        <m:r>
                          <m:t>a</m:t>
                        </m:r>
                        <m:r>
                          <m:t>y</m:t>
                        </m:r>
                        <m:r>
                          <m:t>s</m:t>
                        </m:r>
                        <m:r>
                          <m:t>T</m:t>
                        </m:r>
                        <m:r>
                          <m:t>o</m:t>
                        </m:r>
                        <m:r>
                          <m:t>E</m:t>
                        </m:r>
                        <m:r>
                          <m:t>x</m:t>
                        </m:r>
                        <m:r>
                          <m:t>p</m:t>
                        </m:r>
                        <m:r>
                          <m:t>i</m:t>
                        </m:r>
                        <m:r>
                          <m:t>r</m:t>
                        </m:r>
                        <m:r>
                          <m:t>y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 b="1"/>
                  <a:t>Result</a:t>
                </a:r>
                <a:r>
                  <a:rPr/>
                  <a:t>: Automatically suggested discounts (e.g., 20% off) as expiry approaches.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Frontend (Client-Side)</a:t>
            </a:r>
          </a:p>
          <a:p>
            <a:pPr lvl="0"/>
            <a:r>
              <a:rPr b="1"/>
              <a:t>Framework</a:t>
            </a:r>
            <a:r>
              <a:rPr/>
              <a:t>: </a:t>
            </a:r>
            <a:r>
              <a:rPr b="1"/>
              <a:t>Next.js 14</a:t>
            </a:r>
            <a:r>
              <a:rPr/>
              <a:t> (React) for performance and SEO.</a:t>
            </a:r>
          </a:p>
          <a:p>
            <a:pPr lvl="0"/>
            <a:r>
              <a:rPr b="1"/>
              <a:t>Language</a:t>
            </a:r>
            <a:r>
              <a:rPr/>
              <a:t>: </a:t>
            </a:r>
            <a:r>
              <a:rPr b="1"/>
              <a:t>TypeScript</a:t>
            </a:r>
            <a:r>
              <a:rPr/>
              <a:t> for robust, type-safe code.</a:t>
            </a:r>
          </a:p>
          <a:p>
            <a:pPr lvl="0"/>
            <a:r>
              <a:rPr b="1"/>
              <a:t>Styling</a:t>
            </a:r>
            <a:r>
              <a:rPr/>
              <a:t>: </a:t>
            </a:r>
            <a:r>
              <a:rPr b="1"/>
              <a:t>Tailwind CSS</a:t>
            </a:r>
            <a:r>
              <a:rPr/>
              <a:t> for modern, responsive UI.</a:t>
            </a:r>
          </a:p>
          <a:p>
            <a:pPr lvl="0"/>
            <a:r>
              <a:rPr b="1"/>
              <a:t>Components</a:t>
            </a:r>
            <a:r>
              <a:rPr/>
              <a:t>: </a:t>
            </a:r>
            <a:r>
              <a:rPr b="1"/>
              <a:t>Shadcn/UI</a:t>
            </a:r>
            <a:r>
              <a:rPr/>
              <a:t> for accessible design.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Backend (Server-Side)</a:t>
            </a:r>
          </a:p>
          <a:p>
            <a:pPr lvl="0"/>
            <a:r>
              <a:rPr b="1"/>
              <a:t>Runtime</a:t>
            </a:r>
            <a:r>
              <a:rPr/>
              <a:t>: </a:t>
            </a:r>
            <a:r>
              <a:rPr b="1"/>
              <a:t>Node.js</a:t>
            </a:r>
            <a:r>
              <a:rPr/>
              <a:t> (Server Actions).</a:t>
            </a:r>
          </a:p>
          <a:p>
            <a:pPr lvl="0"/>
            <a:r>
              <a:rPr b="1"/>
              <a:t>Security</a:t>
            </a:r>
            <a:r>
              <a:rPr/>
              <a:t>: </a:t>
            </a:r>
            <a:r>
              <a:rPr b="1"/>
              <a:t>NextAuth.js</a:t>
            </a:r>
            <a:r>
              <a:rPr/>
              <a:t> for authentication.</a:t>
            </a:r>
          </a:p>
          <a:p>
            <a:pPr lvl="0"/>
            <a:r>
              <a:rPr b="1"/>
              <a:t>Database</a:t>
            </a:r>
            <a:r>
              <a:rPr/>
              <a:t>: </a:t>
            </a:r>
            <a:r>
              <a:rPr b="1"/>
              <a:t>PostgreSQL / MongoDB</a:t>
            </a:r>
            <a:r>
              <a:rPr/>
              <a:t> via </a:t>
            </a:r>
            <a:r>
              <a:rPr b="1"/>
              <a:t>Prisma ORM</a:t>
            </a:r>
            <a:r>
              <a:rPr/>
              <a:t>.</a:t>
            </a:r>
          </a:p>
          <a:p>
            <a:pPr lvl="0"/>
            <a:r>
              <a:rPr b="1"/>
              <a:t>Analytics</a:t>
            </a:r>
            <a:r>
              <a:rPr/>
              <a:t>: </a:t>
            </a:r>
            <a:r>
              <a:rPr b="1"/>
              <a:t>Python</a:t>
            </a:r>
            <a:r>
              <a:rPr/>
              <a:t> (FastAPI) for ML models.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Application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Features</a:t>
            </a:r>
          </a:p>
          <a:p>
            <a:pPr lvl="0" indent="-342900" marL="342900">
              <a:buAutoNum type="arabicPeriod"/>
            </a:pPr>
            <a:r>
              <a:rPr b="1"/>
              <a:t>Dashboard</a:t>
            </a:r>
            <a:r>
              <a:rPr/>
              <a:t>: Real-time overview of business health (Stock Value, Sales).</a:t>
            </a:r>
          </a:p>
          <a:p>
            <a:pPr lvl="0" indent="-342900" marL="342900">
              <a:buAutoNum type="arabicPeriod"/>
            </a:pPr>
            <a:r>
              <a:rPr b="1"/>
              <a:t>Inventory Management</a:t>
            </a:r>
            <a:r>
              <a:rPr/>
              <a:t>: “Stock In” (Purchase) and “Stock Out” (POS).</a:t>
            </a:r>
          </a:p>
          <a:p>
            <a:pPr lvl="0" indent="-342900" marL="342900">
              <a:buAutoNum type="arabicPeriod"/>
            </a:pPr>
            <a:r>
              <a:rPr b="1"/>
              <a:t>Alerts System</a:t>
            </a:r>
            <a:r>
              <a:rPr/>
              <a:t>: Triggers for Low Stock &amp; Expiring Batches.</a:t>
            </a:r>
          </a:p>
          <a:p>
            <a:pPr lvl="0" indent="-342900" marL="342900">
              <a:buAutoNum type="arabicPeriod"/>
            </a:pPr>
            <a:r>
              <a:rPr b="1"/>
              <a:t>Reports</a:t>
            </a:r>
            <a:r>
              <a:rPr/>
              <a:t>: Downloadable P&amp;L and Sales Reports.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Future Scope</a:t>
            </a:r>
          </a:p>
          <a:p>
            <a:pPr lvl="0"/>
            <a:r>
              <a:rPr b="1"/>
              <a:t>Supplier Integration</a:t>
            </a:r>
            <a:r>
              <a:rPr/>
              <a:t>: Auto-email purchase orders.</a:t>
            </a:r>
          </a:p>
          <a:p>
            <a:pPr lvl="0"/>
            <a:r>
              <a:rPr b="1"/>
              <a:t>Mobile App</a:t>
            </a:r>
            <a:r>
              <a:rPr/>
              <a:t>: Native app for barcode scanning.</a:t>
            </a:r>
          </a:p>
          <a:p>
            <a:pPr lvl="0"/>
            <a:r>
              <a:rPr b="1"/>
              <a:t>AI Chatbot</a:t>
            </a:r>
            <a:r>
              <a:rPr/>
              <a:t>: “How much milk did I sell last week?”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Impact</a:t>
            </a:r>
            <a:r>
              <a:rPr/>
              <a:t>: Transforms traditional shops into data-driven businesses.</a:t>
            </a:r>
          </a:p>
          <a:p>
            <a:pPr lvl="0"/>
            <a:r>
              <a:rPr b="1"/>
              <a:t>Efficiency</a:t>
            </a:r>
            <a:r>
              <a:rPr/>
              <a:t>: Reduces manual workload and prevents financial losses.</a:t>
            </a:r>
          </a:p>
          <a:p>
            <a:pPr lvl="0"/>
            <a:r>
              <a:rPr b="1"/>
              <a:t>Scalability</a:t>
            </a:r>
            <a:r>
              <a:rPr/>
              <a:t>: Built on modern tech stack ready for future expansion.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Kirana Stock Manager</dc:title>
  <dc:creator>An Inventory &amp; Waste Management Solution for Retail</dc:creator>
  <cp:keywords/>
  <dcterms:created xsi:type="dcterms:W3CDTF">2026-02-11T10:32:53Z</dcterms:created>
  <dcterms:modified xsi:type="dcterms:W3CDTF">2026-02-11T10:32:53Z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[Your Name]</vt:lpwstr>
  </property>
</Properties>
</file>